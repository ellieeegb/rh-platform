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4cbc67dc654b58" /><Relationship Type="http://schemas.openxmlformats.org/officeDocument/2006/relationships/extended-properties" Target="/docProps/app.xml" Id="R797337915aaf470e" /><Relationship Type="http://schemas.openxmlformats.org/officeDocument/2006/relationships/officeDocument" Target="/ppt/presentation.xml" Id="Rdea558052e9c45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262255adbc4af2"/>
  </p:sldMasterIdLst>
  <p:notesMasterIdLst>
    <p:notesMasterId xmlns:r="http://schemas.openxmlformats.org/officeDocument/2006/relationships" r:id="R89af738aee2a4360"/>
  </p:notesMasterIdLst>
  <p:sldIdLst>
    <p:sldId xmlns:r="http://schemas.openxmlformats.org/officeDocument/2006/relationships" id="256" r:id="Ra83ee169094b4e07"/>
    <p:sldId xmlns:r="http://schemas.openxmlformats.org/officeDocument/2006/relationships" id="257" r:id="Rb7b47764db344d22"/>
    <p:sldId xmlns:r="http://schemas.openxmlformats.org/officeDocument/2006/relationships" id="258" r:id="R24d178e4cc9a4f0f"/>
    <p:sldId xmlns:r="http://schemas.openxmlformats.org/officeDocument/2006/relationships" id="259" r:id="Rdc3a5ceaad854c62"/>
    <p:sldId xmlns:r="http://schemas.openxmlformats.org/officeDocument/2006/relationships" id="260" r:id="Rb3153f15cf4a4f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df3281e10548f0" /><Relationship Type="http://schemas.openxmlformats.org/officeDocument/2006/relationships/slideMaster" Target="/ppt/slideMasters/slideMaster1.xml" Id="Rea262255adbc4af2" /><Relationship Type="http://schemas.openxmlformats.org/officeDocument/2006/relationships/notesMaster" Target="/ppt/notesMasters/notesMaster1.xml" Id="R89af738aee2a4360" /><Relationship Type="http://schemas.openxmlformats.org/officeDocument/2006/relationships/presProps" Target="/ppt/presProps.xml" Id="Reedf3e8a8a7842b6" /><Relationship Type="http://schemas.openxmlformats.org/officeDocument/2006/relationships/tableStyles" Target="/ppt/tableStyles.xml" Id="R84dfeeeab5794b7c" /><Relationship Type="http://schemas.openxmlformats.org/officeDocument/2006/relationships/slide" Target="/ppt/slides/slide1.xml" Id="Ra83ee169094b4e07" /><Relationship Type="http://schemas.openxmlformats.org/officeDocument/2006/relationships/slide" Target="/ppt/slides/slide2.xml" Id="Rb7b47764db344d22" /><Relationship Type="http://schemas.openxmlformats.org/officeDocument/2006/relationships/slide" Target="/ppt/slides/slide3.xml" Id="R24d178e4cc9a4f0f" /><Relationship Type="http://schemas.openxmlformats.org/officeDocument/2006/relationships/slide" Target="/ppt/slides/slide4.xml" Id="Rdc3a5ceaad854c62" /><Relationship Type="http://schemas.openxmlformats.org/officeDocument/2006/relationships/slide" Target="/ppt/slides/slide5.xml" Id="Rb3153f15cf4a4f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2763d253149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6a4b30202046c3" /><Relationship Type="http://schemas.openxmlformats.org/officeDocument/2006/relationships/notesMaster" Target="/ppt/notesMasters/notesMaster1.xml" Id="R9cacf5db745741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b7bdf2d96840e7" /><Relationship Type="http://schemas.openxmlformats.org/officeDocument/2006/relationships/notesMaster" Target="/ppt/notesMasters/notesMaster1.xml" Id="Rb12fd36606d044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290629195e4af2" /><Relationship Type="http://schemas.openxmlformats.org/officeDocument/2006/relationships/notesMaster" Target="/ppt/notesMasters/notesMaster1.xml" Id="Rbd34113dcf964e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6bd8e5a0e24cc2" /><Relationship Type="http://schemas.openxmlformats.org/officeDocument/2006/relationships/notesMaster" Target="/ppt/notesMasters/notesMaster1.xml" Id="Ra47182d420a04f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05b335211f434f" /><Relationship Type="http://schemas.openxmlformats.org/officeDocument/2006/relationships/notesMaster" Target="/ppt/notesMasters/notesMaster1.xml" Id="R14f518a228d646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Problema: reportes estáticos, encabezados cambiantes y cobertura poco visible. Hablar 50 segundos. Fuente: encargo del usuario y capturas proporcionadas. No afirmar ahorros cuantificados.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Solución: una aplicación local con FastAPI, datos normalizados y un reporte imprimible. Mostrar que cada cifra conserva su tamaño de muestra y celda de origen. Hablar 60 segundos. Fuente: código de este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Diferenciadores: mapeo textual, cohorte comparable y decisiones auditadas. Benchmark mínimo de cinco empresas válidas. Ese umbral reduce exposición pero no garantiza anonimato formal. Hablar 70 segundos. Fuente: importador.py, metricas.py y servicio.py.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Impacto de negocio propuesto, todavía no medido. No afirmar reducción causal de rotación ni ahorro de horas sin piloto. Hablar 60 segundos. Medir antes y después con un proceso comparable.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de 60 segundos. Usar demo ficticia o sesión privada autorizada. La entrega actual funciona localmente. Quedan QA visual y preparación operativa antes de publicar. No usar capturas con datos personales.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16a07ac0b43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91926ef0f40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3d15403f64a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878b4eed34e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a60018cd54f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9ca62227d44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153D3A-0CDF-4ADA-A37F-5F34E38753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FA3710-DF8B-42D8-880A-D8FE83E599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DBDC6A-C9E7-4FCB-8472-552147853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B0895F-1572-45BB-B99C-F74CBDE26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130639-4220-4950-BB44-AE426E148A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FAEE03-F247-478C-93AF-61096D09D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C53335-C456-4FAD-838C-A5CF5EFE92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8FC9DB-1EA4-42F5-941D-8715C6FABE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6C0E17-F339-4995-BA47-2281EDF88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CCCD32-F9DF-46F7-A9E0-AFB7C4F35A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0f8132aaea486b" /><Relationship Type="http://schemas.openxmlformats.org/officeDocument/2006/relationships/slideLayout" Target="/ppt/slideLayouts/slideLayout1.xml" Id="Rc3ece4a15a754966" /><Relationship Type="http://schemas.openxmlformats.org/officeDocument/2006/relationships/slideLayout" Target="/ppt/slideLayouts/slideLayout2.xml" Id="Rb89c15bbdaf34ce3" /><Relationship Type="http://schemas.openxmlformats.org/officeDocument/2006/relationships/slideLayout" Target="/ppt/slideLayouts/slideLayout3.xml" Id="R98867fa7851a43d4" /><Relationship Type="http://schemas.openxmlformats.org/officeDocument/2006/relationships/slideLayout" Target="/ppt/slideLayouts/slideLayout4.xml" Id="R17b32c880bde4ac5" /><Relationship Type="http://schemas.openxmlformats.org/officeDocument/2006/relationships/slideLayout" Target="/ppt/slideLayouts/slideLayout5.xml" Id="R51a3673f914440ff" /><Relationship Type="http://schemas.openxmlformats.org/officeDocument/2006/relationships/slideLayout" Target="/ppt/slideLayouts/slideLayout6.xml" Id="R765bc966de2e43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ece4a15a754966"/>
    <p:sldLayoutId xmlns:r="http://schemas.openxmlformats.org/officeDocument/2006/relationships" id="2147483650" r:id="Rb89c15bbdaf34ce3"/>
    <p:sldLayoutId xmlns:r="http://schemas.openxmlformats.org/officeDocument/2006/relationships" id="2147483651" r:id="R98867fa7851a43d4"/>
    <p:sldLayoutId xmlns:r="http://schemas.openxmlformats.org/officeDocument/2006/relationships" id="2147483652" r:id="R17b32c880bde4ac5"/>
    <p:sldLayoutId xmlns:r="http://schemas.openxmlformats.org/officeDocument/2006/relationships" id="2147483653" r:id="R51a3673f914440ff"/>
    <p:sldLayoutId xmlns:r="http://schemas.openxmlformats.org/officeDocument/2006/relationships" id="2147483654" r:id="R765bc966de2e43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90cbfa97140c7" /><Relationship Type="http://schemas.openxmlformats.org/officeDocument/2006/relationships/notesSlide" Target="/ppt/notesSlides/notesSlide1.xml" Id="Re9d5995e4a824b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31f22d876419d" /><Relationship Type="http://schemas.openxmlformats.org/officeDocument/2006/relationships/notesSlide" Target="/ppt/notesSlides/notesSlide2.xml" Id="R23d8fdc7acd241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9afd67fe941f4" /><Relationship Type="http://schemas.openxmlformats.org/officeDocument/2006/relationships/notesSlide" Target="/ppt/notesSlides/notesSlide3.xml" Id="Rb31a42ca8e8541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3ec5282654747" /><Relationship Type="http://schemas.openxmlformats.org/officeDocument/2006/relationships/notesSlide" Target="/ppt/notesSlides/notesSlide4.xml" Id="R8db4a62a420547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97948e0014929" /><Relationship Type="http://schemas.openxmlformats.org/officeDocument/2006/relationships/notesSlide" Target="/ppt/notesSlides/notesSlide5.xml" Id="Re288d628972b4c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rca">
            <a:extLst xmlns:a="http://schemas.openxmlformats.org/drawingml/2006/main">
              <a:ext uri="{FF2B5EF4-FFF2-40B4-BE49-F238E27FC236}">
                <a16:creationId xmlns:a16="http://schemas.microsoft.com/office/drawing/2014/main" id="{02D174E1-B8BF-445E-B22F-C02259CE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rPr>
              <a:t>CATCH CONSULTING</a:t>
            </a:r>
          </a:p>
        </p:txBody>
      </p:sp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C5240D62-11AF-46D8-9330-663A5AFB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decisión de RH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necesita contexto</a:t>
            </a:r>
          </a:p>
        </p:txBody>
      </p:sp>
      <p:sp>
        <p:nvSpPr>
          <p:cNvPr id="3" name="contenido">
            <a:extLst xmlns:a="http://schemas.openxmlformats.org/drawingml/2006/main">
              <a:ext uri="{FF2B5EF4-FFF2-40B4-BE49-F238E27FC236}">
                <a16:creationId xmlns:a16="http://schemas.microsoft.com/office/drawing/2014/main" id="{A572BDC3-1A8B-419E-9ABF-A026905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reporte puede mostrar el resultado.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consultoría necesita explicar qué cambió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 qué evidencia conviene revisar.</a:t>
            </a:r>
          </a:p>
        </p:txBody>
      </p:sp>
      <p:sp>
        <p:nvSpPr>
          <p:cNvPr id="4" name="pie">
            <a:extLst xmlns:a="http://schemas.openxmlformats.org/drawingml/2006/main">
              <a:ext uri="{FF2B5EF4-FFF2-40B4-BE49-F238E27FC236}">
                <a16:creationId xmlns:a16="http://schemas.microsoft.com/office/drawing/2014/main" id="{696EF8E0-3D6C-4E23-BEBF-E7F86E39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rPr>
              <a:t>People Intelligence · Elliot González</a:t>
            </a:r>
          </a:p>
        </p:txBody>
      </p:sp>
      <p:sp>
        <p:nvSpPr>
          <p:cNvPr id="5" name="pagina">
            <a:extLst xmlns:a="http://schemas.openxmlformats.org/drawingml/2006/main">
              <a:ext uri="{FF2B5EF4-FFF2-40B4-BE49-F238E27FC236}">
                <a16:creationId xmlns:a16="http://schemas.microsoft.com/office/drawing/2014/main" id="{24DE2077-94C0-459E-A030-79D593DA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4506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rca">
            <a:extLst xmlns:a="http://schemas.openxmlformats.org/drawingml/2006/main">
              <a:ext uri="{FF2B5EF4-FFF2-40B4-BE49-F238E27FC236}">
                <a16:creationId xmlns:a16="http://schemas.microsoft.com/office/drawing/2014/main" id="{CE4EC987-3CEC-4CA1-AE14-9D8E4232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rPr>
              <a:t>CATCH CONSULTING</a:t>
            </a:r>
          </a:p>
        </p:txBody>
      </p:sp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443FAC86-10CB-425A-B1B2-D1376C5B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Un estudio conectado</a:t>
            </a:r>
          </a:p>
        </p:txBody>
      </p:sp>
      <p:sp>
        <p:nvSpPr>
          <p:cNvPr id="3" name="contenido">
            <a:extLst xmlns:a="http://schemas.openxmlformats.org/drawingml/2006/main">
              <a:ext uri="{FF2B5EF4-FFF2-40B4-BE49-F238E27FC236}">
                <a16:creationId xmlns:a16="http://schemas.microsoft.com/office/drawing/2014/main" id="{24685B54-5572-4EFE-9A86-57380E44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01   Acceso según responsabilidad</a:t>
            </a:r>
          </a:p>
          <a:p xmlns:a="http://schemas.openxmlformats.org/drawingml/2006/main">
            <a: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02   Importación con revisión de calidad</a:t>
            </a:r>
          </a:p>
          <a:p xmlns:a="http://schemas.openxmlformats.org/drawingml/2006/main">
            <a: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03   Exploración por empresa y bimestre</a:t>
            </a:r>
          </a:p>
          <a:p xmlns:a="http://schemas.openxmlformats.org/drawingml/2006/main">
            <a: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04   Reporte para la conversación con el cliente</a:t>
            </a:r>
          </a:p>
        </p:txBody>
      </p:sp>
      <p:sp>
        <p:nvSpPr>
          <p:cNvPr id="4" name="pie">
            <a:extLst xmlns:a="http://schemas.openxmlformats.org/drawingml/2006/main">
              <a:ext uri="{FF2B5EF4-FFF2-40B4-BE49-F238E27FC236}">
                <a16:creationId xmlns:a16="http://schemas.microsoft.com/office/drawing/2014/main" id="{16243153-85FA-46FE-A0E4-E6E94DC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rPr>
              <a:t>People Intelligence · Elliot González</a:t>
            </a:r>
          </a:p>
        </p:txBody>
      </p:sp>
      <p:sp>
        <p:nvSpPr>
          <p:cNvPr id="5" name="pagina">
            <a:extLst xmlns:a="http://schemas.openxmlformats.org/drawingml/2006/main">
              <a:ext uri="{FF2B5EF4-FFF2-40B4-BE49-F238E27FC236}">
                <a16:creationId xmlns:a16="http://schemas.microsoft.com/office/drawing/2014/main" id="{C8383181-2A42-4F1D-AF12-B79C8BB4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6904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rca">
            <a:extLst xmlns:a="http://schemas.openxmlformats.org/drawingml/2006/main">
              <a:ext uri="{FF2B5EF4-FFF2-40B4-BE49-F238E27FC236}">
                <a16:creationId xmlns:a16="http://schemas.microsoft.com/office/drawing/2014/main" id="{304F3155-6DDA-4B98-A298-D97DE91F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rPr>
              <a:t>CATCH CONSULTING</a:t>
            </a:r>
          </a:p>
        </p:txBody>
      </p:sp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E7D977D5-94ED-4CBA-8B59-2F472D2C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Cada cifra se puede explicar</a:t>
            </a:r>
          </a:p>
        </p:txBody>
      </p:sp>
      <p:sp>
        <p:nvSpPr>
          <p:cNvPr id="3" name="contenido">
            <a:extLst xmlns:a="http://schemas.openxmlformats.org/drawingml/2006/main">
              <a:ext uri="{FF2B5EF4-FFF2-40B4-BE49-F238E27FC236}">
                <a16:creationId xmlns:a16="http://schemas.microsoft.com/office/drawing/2014/main" id="{CB790EDE-416F-4347-9DC1-A3070A8F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La pregunta identifica la métrica, aunque cambie de lugar.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La comparación usa empresas presentes en ambos periodos.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La revisión conserva quién cambió el dato y por qué.</a:t>
            </a:r>
          </a:p>
        </p:txBody>
      </p:sp>
      <p:sp>
        <p:nvSpPr>
          <p:cNvPr id="4" name="pie">
            <a:extLst xmlns:a="http://schemas.openxmlformats.org/drawingml/2006/main">
              <a:ext uri="{FF2B5EF4-FFF2-40B4-BE49-F238E27FC236}">
                <a16:creationId xmlns:a16="http://schemas.microsoft.com/office/drawing/2014/main" id="{ACC31DEE-4B99-40FF-9669-1A8C9519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rPr>
              <a:t>People Intelligence · Elliot González</a:t>
            </a:r>
          </a:p>
        </p:txBody>
      </p:sp>
      <p:sp>
        <p:nvSpPr>
          <p:cNvPr id="5" name="pagina">
            <a:extLst xmlns:a="http://schemas.openxmlformats.org/drawingml/2006/main">
              <a:ext uri="{FF2B5EF4-FFF2-40B4-BE49-F238E27FC236}">
                <a16:creationId xmlns:a16="http://schemas.microsoft.com/office/drawing/2014/main" id="{02B11505-445F-4B42-B5A0-37E7FEBF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7352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rca">
            <a:extLst xmlns:a="http://schemas.openxmlformats.org/drawingml/2006/main">
              <a:ext uri="{FF2B5EF4-FFF2-40B4-BE49-F238E27FC236}">
                <a16:creationId xmlns:a16="http://schemas.microsoft.com/office/drawing/2014/main" id="{A0D72958-92C7-48B6-AFE1-850E2BD2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96A65"/>
                </a:solidFill>
                <a:latin typeface="DejaVu Sans"/>
                <a:ea typeface="DejaVu Sans"/>
                <a:cs typeface="DejaVu Sans"/>
              </a:rPr>
              <a:t>CATCH CONSULTING</a:t>
            </a:r>
          </a:p>
        </p:txBody>
      </p:sp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7B9BB22C-FFE6-4F2A-9C7E-C85F19EC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Un piloto con resultados medibles</a:t>
            </a:r>
          </a:p>
        </p:txBody>
      </p:sp>
      <p:sp>
        <p:nvSpPr>
          <p:cNvPr id="3" name="contenido">
            <a:extLst xmlns:a="http://schemas.openxmlformats.org/drawingml/2006/main">
              <a:ext uri="{FF2B5EF4-FFF2-40B4-BE49-F238E27FC236}">
                <a16:creationId xmlns:a16="http://schemas.microsoft.com/office/drawing/2014/main" id="{4D4CEB3C-F28C-4A48-8597-4BB4AFD3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Tiempo que requiere preparar un reporte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Incidencias de calidad resueltas con la fuente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B3C"/>
                </a:solidFill>
                <a:latin typeface="DejaVu Sans"/>
                <a:ea typeface="DejaVu Sans"/>
                <a:cs typeface="DejaVu Sans"/>
              </a:rPr>
              <a:t>Decisiones que se pueden rastrear a evidencia</a:t>
            </a:r>
          </a:p>
        </p:txBody>
      </p:sp>
      <p:sp>
        <p:nvSpPr>
          <p:cNvPr id="4" name="pie">
            <a:extLst xmlns:a="http://schemas.openxmlformats.org/drawingml/2006/main">
              <a:ext uri="{FF2B5EF4-FFF2-40B4-BE49-F238E27FC236}">
                <a16:creationId xmlns:a16="http://schemas.microsoft.com/office/drawing/2014/main" id="{28032BA0-1F38-4D85-A51F-10006134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rPr>
              <a:t>Metas y línea base por acordar con la consultora.</a:t>
            </a:r>
          </a:p>
        </p:txBody>
      </p:sp>
      <p:sp>
        <p:nvSpPr>
          <p:cNvPr id="5" name="pagina">
            <a:extLst xmlns:a="http://schemas.openxmlformats.org/drawingml/2006/main">
              <a:ext uri="{FF2B5EF4-FFF2-40B4-BE49-F238E27FC236}">
                <a16:creationId xmlns:a16="http://schemas.microsoft.com/office/drawing/2014/main" id="{D1232EB5-112F-4A2F-9BD0-1BE2378B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37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22713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rca">
            <a:extLst xmlns:a="http://schemas.openxmlformats.org/drawingml/2006/main">
              <a:ext uri="{FF2B5EF4-FFF2-40B4-BE49-F238E27FC236}">
                <a16:creationId xmlns:a16="http://schemas.microsoft.com/office/drawing/2014/main" id="{07D2244F-5E4D-4CC5-B323-08DE26D6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CD4C5"/>
                </a:solidFill>
                <a:latin typeface="DejaVu Sans"/>
                <a:ea typeface="DejaVu Sans"/>
                <a:cs typeface="DejaVu Sans"/>
              </a:rPr>
              <a:t>CATCH CONSULTING</a:t>
            </a:r>
          </a:p>
        </p:txBody>
      </p:sp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C2BD29BB-967C-4A48-AC5C-8B5FF533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Demo de consultoría</a:t>
            </a:r>
          </a:p>
        </p:txBody>
      </p:sp>
      <p:sp>
        <p:nvSpPr>
          <p:cNvPr id="3" name="contenido">
            <a:extLst xmlns:a="http://schemas.openxmlformats.org/drawingml/2006/main">
              <a:ext uri="{FF2B5EF4-FFF2-40B4-BE49-F238E27FC236}">
                <a16:creationId xmlns:a16="http://schemas.microsoft.com/office/drawing/2014/main" id="{A3994201-C590-4908-B0CD-A3860E23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Elegir la empresa y el periodo.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Revisar un cambio y su historial.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Documentar una decisión.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Generar el reporte.</a:t>
            </a:r>
          </a:p>
        </p:txBody>
      </p:sp>
      <p:sp>
        <p:nvSpPr>
          <p:cNvPr id="4" name="pie">
            <a:extLst xmlns:a="http://schemas.openxmlformats.org/drawingml/2006/main">
              <a:ext uri="{FF2B5EF4-FFF2-40B4-BE49-F238E27FC236}">
                <a16:creationId xmlns:a16="http://schemas.microsoft.com/office/drawing/2014/main" id="{1BE52857-4E3D-466E-A028-412B508F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rPr>
              <a:t>Siguiente paso: validación con usuarios y despliegue privado.</a:t>
            </a:r>
          </a:p>
        </p:txBody>
      </p:sp>
      <p:sp>
        <p:nvSpPr>
          <p:cNvPr id="5" name="pagina">
            <a:extLst xmlns:a="http://schemas.openxmlformats.org/drawingml/2006/main">
              <a:ext uri="{FF2B5EF4-FFF2-40B4-BE49-F238E27FC236}">
                <a16:creationId xmlns:a16="http://schemas.microsoft.com/office/drawing/2014/main" id="{A2E2390F-81F8-4F9F-8E1D-508E340D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BD5D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4233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2026-10-18T14:46:04.7430000Z</dcterms:created>
  <dcterms:modified xsi:type="dcterms:W3CDTF">2026-10-18T14:46:04.7430000Z</dcterms:modified>
</coreProperties>
</file>